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64748B"/>
                </a:solidFill>
                <a:latin typeface="Calibri"/>
              </a:rPr>
              <a:t>Catalog by category (live items)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Cleaning</c:v>
                  </c:pt>
                  <c:pt idx="1">
                    <c:v>Fasteners</c:v>
                  </c:pt>
                  <c:pt idx="2">
                    <c:v>Hand Tools</c:v>
                  </c:pt>
                  <c:pt idx="3">
                    <c:v>Office</c:v>
                  </c:pt>
                  <c:pt idx="4">
                    <c:v>Adhesives</c:v>
                  </c:pt>
                  <c:pt idx="5">
                    <c:v>Safety</c:v>
                  </c:pt>
                  <c:pt idx="6">
                    <c:v>Electrical</c:v>
                  </c:pt>
                  <c:pt idx="7">
                    <c:v>Painting</c:v>
                  </c:pt>
                  <c:pt idx="8">
                    <c:v>Plumbing</c:v>
                  </c:pt>
                  <c:pt idx="9">
                    <c:v>Chemicals</c:v>
                  </c:pt>
                  <c:pt idx="10">
                    <c:v>Storage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17</c:v>
                </c:pt>
                <c:pt idx="1">
                  <c:v>14</c:v>
                </c:pt>
                <c:pt idx="2">
                  <c:v>13</c:v>
                </c:pt>
                <c:pt idx="3">
                  <c:v>11</c:v>
                </c:pt>
                <c:pt idx="4">
                  <c:v>9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comstruct  ·  ETH HACKATHON  ·  MAY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C-Flow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Tail-spend procurement, built for the foreman.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Three-input mobile ordering · AI catalog · Real-time procurement control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Phone calls. Paper notes. No trail.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554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Foreman calls the supplier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2240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delivery note → container shelf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926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drives DNs to HQ weekly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3611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invoice match — late &amp; error-prone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5212080" y="1463040"/>
            <a:ext cx="3474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544068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Hours/week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44068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manual ordering &amp; checking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440680" y="2057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4–8</a:t>
            </a:r>
            <a:endParaRPr lang="en-US" sz="4400" dirty="0"/>
          </a:p>
        </p:txBody>
      </p:sp>
      <p:sp>
        <p:nvSpPr>
          <p:cNvPr id="16" name="Shape 10"/>
          <p:cNvSpPr/>
          <p:nvPr/>
        </p:nvSpPr>
        <p:spPr>
          <a:xfrm>
            <a:off x="5212080" y="2926080"/>
            <a:ext cx="3474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544068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visibility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44068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what's ordered on each site, today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440680" y="3520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0</a:t>
            </a:r>
            <a:endParaRPr lang="en-US" sz="4400" dirty="0"/>
          </a:p>
        </p:txBody>
      </p:sp>
      <p:sp>
        <p:nvSpPr>
          <p:cNvPr id="20" name="Text 1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Foremen, Poliere and Bauleiter still run procurement on phone + paper.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Tail-spend is the right wedge.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C-materials = ~5% of spend, but most of the operational load.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1945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spend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87452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21945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256032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orders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1945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66344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suppliers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187452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21945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76656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SKUs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fix C, you cut the queue. A-material savings come from price; C-material savings come from process.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apps. One backbone.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423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Foreman mobile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9260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Three-input ordering: camera, voice, text. AI matches a request to a contracted SKU in one tap.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60420" y="15087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7830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34740" y="2423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Procurement web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634740" y="29260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spend per site &amp; category, per-employee budgets, approvals queue, catalog upload.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15087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37960" y="2423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backbone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537960" y="29260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A-material guardrail, PDF/Excel ingestion, auto PO generation &amp; supplier email.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Supabase · React Native (Expo) · React + Vite · Claude / OpenAI APIs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FIT — FOREMAN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taps. No SKUs.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743200" cy="3154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463040"/>
            <a:ext cx="914400" cy="1097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2468880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56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you need?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everyday items only · big stuff → Bauleiter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41832" y="2606040"/>
            <a:ext cx="213969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73405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90472" y="260604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Camera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41832" y="3264408"/>
            <a:ext cx="213969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39242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90472" y="3264408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Microphone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941832" y="3922776"/>
            <a:ext cx="213969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405079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90472" y="3922776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</a:t>
            </a:r>
            <a:endParaRPr lang="en-US" sz="16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6002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26280" y="1554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Camera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526280" y="19202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broken bit up. AI matches it. No name needed.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256032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26280" y="25146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526280" y="28803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 on, loud site. Says it out loud — German, Swiss German, English.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352044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26280" y="34747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4526280" y="38404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container, quick re-order. Synonyms work ('rawl plug' = 'wall anchor').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can use WhatsApp, they can use this.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C-material in. A-material out.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calls it out: prevent foremen from ordering A-materials here. We enforce it in schema, prompt and UX.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Allowed in C-Flow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everyday items for your site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Fasteners — screws, anchors, nails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— gloves, helmets, glasses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Adhesives — tape, sealant, glue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tools, cleaning, small electrical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78308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574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Bounced (A-material)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3776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a Bauleiter decision."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30175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cement, rebar, structural steel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doors, HVAC, boilers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tools (drills, saws, grinders)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&gt; 200 CHF / requires delivery slot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card · home-screen reminder · AI prompt returns is_c_material=false with a friendly redirect.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COMPLEXITY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matching, not a 50,000-SKU dump.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Synonyms &amp; visual descriptions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51560" y="1874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SKU carries regional names ('rawl plug' = 'wall anchor') and a shape/color description for vision matching.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Popularity sort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51560" y="2926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bumps a SKU's score. The first hit on the foreman's screen is what their site actually orders.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Normalize at ingest, not at search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051560" y="3977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Suppliers' messy categories collapse into 11 canonical groups when the catalog is uploaded — search stays fast.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212080" y="1417320"/>
          <a:ext cx="3657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catalog is hot-reloadable — procurement uploads a new supplier list and it shows up in the app in seconds.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FIT — PROCUREMENT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 without micromanaging.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974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Per-employee budgets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8803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CHF cap per worker. Below cap → auto-approve. Above → it lands in the approver's queue with full context.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60420" y="1508760"/>
            <a:ext cx="26974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7830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34740" y="2377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spend by site &amp; category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34740" y="28803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cards per site. Drill into category breakdown, top suppliers, trends. No weekly DN ferry trips.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63640" y="1508760"/>
            <a:ext cx="26974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37960" y="2377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audit trail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37960" y="28803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order: requestor, approver, PO PDF, supplier confirmation, timestamps. Compliance built in.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Approval logic: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1737360" y="4434840"/>
            <a:ext cx="173736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737360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CHF cap  →  auto-approved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611880" y="4434840"/>
            <a:ext cx="201168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1188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cap  →  approver notified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760720" y="4434840"/>
            <a:ext cx="192024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76072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A-material  →  blocked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THINKING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Messy supplier files → clean catalog.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74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18288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2880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drags in supplier Excel, CSV or contract PDF.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59736" y="246888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606040" y="1554480"/>
            <a:ext cx="1874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18288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0604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extracts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743200" y="2880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parses rows → name, category, unit, price, supplier.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17136" y="246888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4663440" y="1554480"/>
            <a:ext cx="1874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380" y="18288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344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 &amp; confirm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800600" y="2880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reviews a preview table, fixes mappings if needed.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574536" y="246888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6720840" y="1554480"/>
            <a:ext cx="1874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780" y="182880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2084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catalog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858000" y="2880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Inserted into unified SKU model. Foreman sees it instantly.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91-item C-material catalog ingested for the demo — 11 categories, full visual + synonym metadata, ~30 seconds end-to-end.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 to end, in the live build.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1208" y="150876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61288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Procurement curates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1945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uploaded, kits &amp; budgets set.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96896" y="150876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61488" y="16733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36976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Foreman orders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79776" y="21945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voice / text → AI match.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72584" y="150876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37176" y="16733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12664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Auto-route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55464" y="21945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or queue for approver.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48272" y="150876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12864" y="16733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2864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88352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Approver decides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31152" y="21945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on the mobile app.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59052" y="310896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723644" y="32735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23644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99132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 to supplier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741932" y="3794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generated &amp; emailed.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34740" y="310896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99332" y="32735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9332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7482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Supplier confirms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17620" y="3794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confirm link.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10428" y="310896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75020" y="32735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7502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50508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893308" y="3794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closes loop in app &amp; dashboard.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flow as comstruct's reference demo — implemented live, not mocked.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Mapped to the four judging criteria.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FIT — FOREMAN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Easier than a phone call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voice, text. AI matches. Two taps to order. Synonyms cover Swiss/German trade language.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645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FIT — PROCUREMENT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 without micromanaging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331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under cap. Live spend dashboard. Full audit trail. A-materials blocked at source.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383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OF COMPLEXITY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657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 SKUs, smart matching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descriptions + synonyms in the catalog. Popularity sort. 11 canonical categories.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004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383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THINKING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3657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/ PDF in seconds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4069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ingestion. AI parses to unified model. Procurement confirms mapping. Live in app.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will hit all four in under 4 minutes.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it.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live.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+ React Native    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   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Node    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OpenAI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github.com/anshsin7/constructionAI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C-Flow — Tail-spend procurement for the foreman</dc:title>
  <dc:subject>PptxGenJS Presentation</dc:subject>
  <dc:creator>ETH Hackathon Team</dc:creator>
  <cp:lastModifiedBy>ETH Hackathon Team</cp:lastModifiedBy>
  <cp:revision>1</cp:revision>
  <dcterms:created xsi:type="dcterms:W3CDTF">2026-05-22T07:37:50Z</dcterms:created>
  <dcterms:modified xsi:type="dcterms:W3CDTF">2026-05-22T07:37:50Z</dcterms:modified>
</cp:coreProperties>
</file>